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ISP-Agent 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基于LLM的ISP图像/视频处理助手 | v0.4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项目背景与痛点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项目目标与价值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核心功能架构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技术实现方案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版本里程碑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后续规划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项目背景与痛点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图像质量评估依赖 Imatest 等工具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手动操作繁琐，效率低下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版本对比无法量化差异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参数调优依赖经验，迭代周期长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经验分散在个人笔记中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测试报告需要手动撰写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自动化图像质量分析（BRISQUE/HDR/色彩/噪声）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ISP版本对比自动化，生成量化对比报告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基于AI分析的智能调参建议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中文自然语言ISP领域问答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测试报告自动生成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🔄 自动化 - 减少Imatest人工操作，实现自动化批量对比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📊 标准化 - 统一对比流程和评估标准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📈 可追溯 - 记录每次对比结果，形成对比历史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🤖 智能化 - AI分析结果，给出调参建议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📝 自动化 - 自动生成规范测试报告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核心功能架构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📊 ISP版本对比框架 - Comp12 RAW自动解析、多维度量化对比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🎯 BRISQUE盲图像质量评分 - 无参考图像质量评估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🔆 HDR动态范围分析 - 动态范围(dB)精确测量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🎨 色彩准确性评估 - ΔE色差计算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📹 视频处理分析 - 抽帧、稳定性检测、内容摘要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技术实现方案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Python 3.9+ 本地运行时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OpenCV/Pillow/rawpy 图像处理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FFmpeg 视频编解码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NumPy/SciPy 科学计算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MiniMax API (默认) / OpenAI / Claude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Docker 容器化部署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REST API 标准化接口</a:t>
            </a:r>
          </a:p>
          <a:p>
            <a:pPr>
              <a:spcAft>
                <a:spcPts val="1200"/>
              </a:spcAft>
              <a:defRPr sz="1800">
                <a:solidFill>
                  <a:srgbClr val="666666"/>
                </a:solidFill>
              </a:defRPr>
            </a:pPr>
            <a:r>
              <a:t>• 飞书/Telegram 多渠道集成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版本里程碑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2C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2C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主要功能</a:t>
                      </a:r>
                    </a:p>
                  </a:txBody>
                  <a:tcPr>
                    <a:solidFill>
                      <a:srgbClr val="2C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C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v0.1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2026-03-20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基础框架搭建、ISP Pipeline可视化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v0.2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2026-03-25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RAW处理、HDR增强、车载场景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v0.3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2026-03-28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批量处理、问答引擎、导出管理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v0.4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2026-04-08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BRISQUE、ISO16505合规、调参Advisor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已完成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规划中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完整ISP对比框架、RAG知识库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开发中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核心工具清单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工具名称</a:t>
                      </a:r>
                    </a:p>
                  </a:txBody>
                  <a:tcPr>
                    <a:solidFill>
                      <a:srgbClr val="2C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2C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2C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C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brisque.py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BRISQUE盲图像质量评分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✅已完成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niqe.py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NIQE自然图像质量评估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✅已完成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hdr_processor.py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HDR动态范围处理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✅已完成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iso16505.py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ISO16505标准化评估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✅已完成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tuning_advisor.py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AI调参建议引擎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✅已完成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ai_quality_scorer.py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综合质量评分融合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66666"/>
                          </a:solidFill>
                        </a:defRPr>
                      </a:pPr>
                      <a:r>
                        <a:t>✅已完成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后续规划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v1.0 完善 ISP 对比框架，支持更多RAW格式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构建 ISP 领域 RAG 知识库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支持更多ISP参数自动诊断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完善自动化测试覆盖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</a:defRPr>
            </a:pPr>
            <a:r>
              <a:t>• 扩展视频质量分析能力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ISP-Agent - 让ISP开发更高效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